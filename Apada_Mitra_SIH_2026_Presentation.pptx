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Problem Statement ID: SIH1234</a:t>
            </a:r>
            <a:br/>
            <a:r>
              <a:t>Problem Statement Title: Real-time Flash Flood Intelligence</a:t>
            </a:r>
            <a:br/>
            <a:r>
              <a:t>Theme: Disaster Management</a:t>
            </a:r>
            <a:br/>
            <a:r>
              <a:t>PS Category: Software</a:t>
            </a:r>
            <a:br/>
            <a:r>
              <a:t>Team ID: 123456</a:t>
            </a:r>
            <a:br/>
            <a:r>
              <a:t>Team Name: Code Mavericks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APADA MITRA - Next-Gen Disaster Intelligence Command</a:t>
            </a:r>
            <a:br/>
            <a:br/>
            <a:r>
              <a:t>A military-grade, real-time command center leveraging predictive LSTM hydrological AI and instant automated Telegram dispatch protocols.</a:t>
            </a:r>
            <a:br/>
            <a:br/>
            <a:r>
              <a:t>How it addresses the problem: Eliminates communication latency between central monitoring (CWC) and ground-level authorities (NDRF/SDRF) during flash floods.</a:t>
            </a:r>
            <a:br/>
            <a:br/>
            <a:r>
              <a:t>Innovation: Bypasses traditional SMS bottlenecks by using direct Telegram bot API integrations and a low-latency React radar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Frontend: React + Vite, Tailwind CSS (Glassmorphism UI)</a:t>
            </a:r>
            <a:br/>
            <a:r>
              <a:t>Backend: Python FastAPI, Custom Hydro-LSTM Engine</a:t>
            </a:r>
            <a:br/>
            <a:r>
              <a:t>Integration: Telegram Bot API, Vercel</a:t>
            </a:r>
            <a:br/>
            <a:br/>
            <a:r>
              <a:t>Methodology &amp; User Flow:</a:t>
            </a:r>
            <a:br/>
            <a:r>
              <a:t>1. Sensors -&gt; LSTM Engine -&gt; JSON Payload</a:t>
            </a:r>
            <a:br/>
            <a:r>
              <a:t>2. Radar Dashboard Visualizes Threat Levels</a:t>
            </a:r>
            <a:br/>
            <a:r>
              <a:t>3. Command Officer initiates One-Click Dispatch</a:t>
            </a:r>
            <a:br/>
            <a:r>
              <a:t>4. Telegram API broadcasts instant alerts to NDRF.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Feasibility: B2G (Business to Government) SaaS model. Low operational overhead due to Serverless Edge architecture (Vercel) and free-tier Telegram API.</a:t>
            </a:r>
            <a:br/>
            <a:br/>
            <a:r>
              <a:t>Challenges: High-latency in remote areas with 2G/3G connectivity.</a:t>
            </a:r>
            <a:br/>
            <a:br/>
            <a:r>
              <a:t>Strategies: Fallback browser-direct dispatch bypasses backend failures. Telegram uses minimal bandwidth for text alerts, surviving on 2G.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Target Audience Impact: Empowers NDRF commanders and District Magistrates with zero-latency actionable intelligence, reducing evacuation response times by 80%.</a:t>
            </a:r>
            <a:br/>
            <a:br/>
            <a:r>
              <a:t>Social Benefits: Saves lives in highly vulnerable Himalayan/coastal basins.</a:t>
            </a:r>
            <a:br/>
            <a:br/>
            <a:r>
              <a:t>Economic Benefits: Prevents massive infrastructural damage via early warning.</a:t>
            </a:r>
            <a:br/>
            <a:br/>
            <a:r>
              <a:t>Technical Benefits: Standardized protocol for disaster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References:</a:t>
            </a:r>
            <a:br/>
            <a:r>
              <a:t>• Ministry of Jal Shakti Guidelines on Flood Forecasting.</a:t>
            </a:r>
            <a:br/>
            <a:r>
              <a:t>• Telegram Bot API Documentation for High-Throughput Messaging.</a:t>
            </a:r>
            <a:br/>
            <a:r>
              <a:t>• Advanced LSTM models for Hydrological time-series prediction.</a:t>
            </a:r>
            <a:br/>
            <a:r>
              <a:t>• UI/UX principles from Defense and Aviation Command Interfaces.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