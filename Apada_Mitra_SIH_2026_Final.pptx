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286000"/>
            <a:ext cx="64008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6217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000000"/>
                </a:solidFill>
                <a:latin typeface="Calibri"/>
              </a:defRPr>
            </a:pPr>
            <a:r>
              <a:t>• Problem Statement ID - SIH1234</a:t>
            </a:r>
            <a:br/>
            <a:br/>
            <a:r>
              <a:t>• Problem Statement Title - Real-time Flash Flood Intelligence</a:t>
            </a:r>
            <a:br/>
            <a:br/>
            <a:r>
              <a:t>• Theme - Disaster Management</a:t>
            </a:r>
            <a:br/>
            <a:br/>
            <a:r>
              <a:t>• PS Category - Software</a:t>
            </a:r>
            <a:br/>
            <a:br/>
            <a:r>
              <a:t>• Team ID - 123456</a:t>
            </a:r>
            <a:br/>
            <a:br/>
            <a:r>
              <a:t>• Team Name - Code Mavericks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1828800"/>
            <a:ext cx="1161288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920240"/>
            <a:ext cx="11430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000000"/>
                </a:solidFill>
                <a:latin typeface="Calibri"/>
              </a:defRPr>
            </a:pPr>
            <a:r>
              <a:t>APADA MITRA - Next-Gen Disaster Intelligence Command</a:t>
            </a:r>
            <a:br/>
            <a:br/>
            <a:r>
              <a:t>A military-grade, real-time command center leveraging predictive LSTM hydrological AI and instant automated Telegram dispatch protocols.</a:t>
            </a:r>
            <a:br/>
            <a:br/>
            <a:r>
              <a:t>• Eliminates communication latency between central monitoring (CWC) and ground-level authorities (NDRF/SDRF) during flash floods.</a:t>
            </a:r>
            <a:br/>
            <a:br/>
            <a:r>
              <a:t>• Bypasses traditional SMS bottlenecks by using direct Telegram bot API integrations and a low-latency React radar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1828800"/>
            <a:ext cx="1161288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920240"/>
            <a:ext cx="11430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000000"/>
                </a:solidFill>
                <a:latin typeface="Calibri"/>
              </a:defRPr>
            </a:pPr>
            <a:r>
              <a:t>• Frontend: React + Vite, Tailwind CSS (Glassmorphism UI)</a:t>
            </a:r>
            <a:br/>
            <a:r>
              <a:t>• Backend: Python FastAPI, Custom Hydro-LSTM Engine</a:t>
            </a:r>
            <a:br/>
            <a:r>
              <a:t>• Integration: Telegram Bot API, Vercel</a:t>
            </a:r>
            <a:br/>
            <a:br/>
            <a:r>
              <a:t>Methodology &amp; User Flow:</a:t>
            </a:r>
            <a:br/>
            <a:r>
              <a:t>1. Sensors -&gt; LSTM Engine -&gt; JSON Payload</a:t>
            </a:r>
            <a:br/>
            <a:r>
              <a:t>2. Radar Dashboard Visualizes Threat Levels</a:t>
            </a:r>
            <a:br/>
            <a:r>
              <a:t>3. Command Officer initiates One-Click Dispatch</a:t>
            </a:r>
            <a:br/>
            <a:r>
              <a:t>4. Telegram API broadcasts instant alerts to NDRF.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1828800"/>
            <a:ext cx="1161288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920240"/>
            <a:ext cx="11430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000000"/>
                </a:solidFill>
                <a:latin typeface="Calibri"/>
              </a:defRPr>
            </a:pPr>
            <a:r>
              <a:t>• Feasibility: B2G (Business to Government) SaaS model. Low operational overhead due to Serverless Edge architecture (Vercel) and free-tier Telegram API.</a:t>
            </a:r>
            <a:br/>
            <a:br/>
            <a:r>
              <a:t>• Challenges: High-latency in remote areas with 2G/3G connectivity.</a:t>
            </a:r>
            <a:br/>
            <a:br/>
            <a:r>
              <a:t>• Strategies: Fallback browser-direct dispatch bypasses backend failures. Telegram uses minimal bandwidth for text alerts, surviving on 2G.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1828800"/>
            <a:ext cx="1161288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920240"/>
            <a:ext cx="11430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000000"/>
                </a:solidFill>
                <a:latin typeface="Calibri"/>
              </a:defRPr>
            </a:pPr>
            <a:r>
              <a:t>• Target Audience Impact: Empowers NDRF commanders and District Magistrates with zero-latency actionable intelligence, reducing evacuation response times by 80%.</a:t>
            </a:r>
            <a:br/>
            <a:br/>
            <a:r>
              <a:t>• Social Benefits: Saves lives in highly vulnerable Himalayan/coastal basins.</a:t>
            </a:r>
            <a:br/>
            <a:br/>
            <a:r>
              <a:t>• Economic Benefits: Prevents massive infrastructural damage via early warning.</a:t>
            </a:r>
            <a:br/>
            <a:br/>
            <a:r>
              <a:t>• Technical Benefits: Standardized protocol for disaster communication.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1828800"/>
            <a:ext cx="1161288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920240"/>
            <a:ext cx="11430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000000"/>
                </a:solidFill>
                <a:latin typeface="Calibri"/>
              </a:defRPr>
            </a:pPr>
            <a:r>
              <a:t>• Ministry of Jal Shakti Guidelines on Flood Forecasting.</a:t>
            </a:r>
            <a:br/>
            <a:br/>
            <a:r>
              <a:t>• Telegram Bot API Documentation for High-Throughput Messaging.</a:t>
            </a:r>
            <a:br/>
            <a:br/>
            <a:r>
              <a:t>• Advanced LSTM models for Hydrological time-series prediction.</a:t>
            </a:r>
            <a:br/>
            <a:br/>
            <a:r>
              <a:t>• UI/UX principles from Defense and Aviation Command Interfaces.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